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588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5" d="100"/>
          <a:sy n="55" d="100"/>
        </p:scale>
        <p:origin x="206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5ABD3-416A-4349-BE4C-344AD60EB3C2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416B3-9C4B-4E55-9F9D-50992EEA26EE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0286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D" dirty="0"/>
              <a:t>VOUICI LES NOTE DE MON EXPOSER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16B3-9C4B-4E55-9F9D-50992EEA26EE}" type="slidenum">
              <a:rPr lang="fr-CD" smtClean="0"/>
              <a:t>1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945853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9B58-DF33-41A9-B07C-494027F70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7A6E8-2CE5-456A-B480-F3BC7C8F9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5210-B186-4C8C-BAD5-DEE3F57F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AE85-D345-4DF0-BE9D-277C5739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A82B-CEAF-46D9-8827-4AD57F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889042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630E-6858-412B-9824-5CC98A39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7919B-F5FD-477A-BE5D-D0231B308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57CA-EE55-4E7D-A313-E6921EDB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0DC8-D90E-4861-8FD5-D512C67E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81F73-7D2D-4003-9B81-2D7FFC4F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33960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1C55-9DD0-4844-8058-4EE0586D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8CF58-BEEA-41BC-B038-FD3181AA4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CAA1-6B28-4F72-9470-16108AD4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E8BCD-3923-4CE7-B7E6-CA3A5834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76242-310B-4107-8AA1-787D5660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907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A740-E25C-4791-B434-70B4D726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7E71-22AE-4601-A1AA-106005CE2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9C6BA-AF86-4115-8152-14D547BD2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12E3-45B3-4922-97ED-DA7280B1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BDDDC-73D7-43E5-81B8-2B8A696F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452E4-3E61-444C-8DD8-F7FC3AF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34195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0B76-0323-4553-898B-E65C9A85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38F8F-A6D3-4C00-9BD3-87A34D479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0DC41-07CD-4FFE-BAE2-2EDFEDC0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8B2F3-3E56-4683-8F8B-1990CCE74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D4A1F-6A9A-4A74-8B7E-E3C793C4F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15FB5-3B15-476D-8612-957A3862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AEB37-5E4F-40F2-8E6A-0C523FA4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D9E0C-3913-4B4B-892F-5429DACB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58806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FD54-6F0A-437B-95CD-E41FC3D4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A8622-FADF-427B-8DF8-ADB4F7F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CEADF-3EA2-4123-ABCE-7EC154D0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1F556-AF1B-4EFC-B8C9-5D2E2042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46331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4DB10-FF70-4183-8DFE-4D3B8477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1438B-21C6-43D6-9A0B-6FFF9253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86483-4DC2-4E43-9CC6-BA58227A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61315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B813-FAA3-4F43-9F60-5485C53C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0F76-A0B6-48D6-A944-DC24B408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922C2-4E4B-4443-89F8-3AADB0845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A3361-95E1-4597-972A-1FC4C663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DCD14-7B6B-4C8B-9BE3-A9F09E47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F45DB-AD3F-4841-BABC-7C583C79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51721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ECE6-B57B-4BF3-922C-004A55A9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09563-360B-4DED-BB38-C8FA7F1CF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B57AE-E34B-41C7-A8FE-E089BF6F0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91DED-5AD2-4A86-A055-A4E4321C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5C97C-C6E2-49FD-B47F-BA0EFE50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AB97-386D-4FEC-8022-D8D2AA9E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49938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A4D3-3700-417D-9A73-2F3B84A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EFF90-D172-49E9-BD16-9AF74F1DC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D065-C30F-468D-950B-1CDAD776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1635-5765-4D1F-BF50-A4DA2F01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029F-87E1-47ED-8D4C-1B1E050B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9103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6E6B5-1A0B-4D4E-8FDD-1192ACAC0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77726-FCD6-454E-99FF-60C92D58D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185C-F742-4EDF-BBE9-87B1A479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6298-E7DD-4419-8FA1-0D69989E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1723-9ECD-40EF-AB87-C2EF5A27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1538840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6B051-0D16-4023-A5DD-6D420193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6437E-7B8C-4F5C-8EA3-65CAAE9C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BE444-3F88-4C9F-BE01-92F1424C0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86241-1FAD-4D0B-9D01-CCF7A8E436C0}" type="datetimeFigureOut">
              <a:rPr lang="fr-CD" smtClean="0"/>
              <a:t>26/06/2025</a:t>
            </a:fld>
            <a:endParaRPr lang="fr-C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FA75-B1D7-4028-A518-963B04277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8EF62-CF1C-4E0D-90A3-D8E300E11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4785-E2A4-494A-BDB1-2BF20F5AAC0D}" type="slidenum">
              <a:rPr lang="fr-CD" smtClean="0"/>
              <a:t>‹#›</a:t>
            </a:fld>
            <a:endParaRPr lang="fr-CD"/>
          </a:p>
        </p:txBody>
      </p:sp>
    </p:spTree>
    <p:extLst>
      <p:ext uri="{BB962C8B-B14F-4D97-AF65-F5344CB8AC3E}">
        <p14:creationId xmlns:p14="http://schemas.microsoft.com/office/powerpoint/2010/main" val="299876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E00B-6A96-4309-829F-7D3B05799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38352-E729-44A2-9C91-D4FC5BE79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D" dirty="0"/>
          </a:p>
        </p:txBody>
      </p:sp>
    </p:spTree>
    <p:extLst>
      <p:ext uri="{BB962C8B-B14F-4D97-AF65-F5344CB8AC3E}">
        <p14:creationId xmlns:p14="http://schemas.microsoft.com/office/powerpoint/2010/main" val="193749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2025-06-16T12:09:38Z</dcterms:created>
  <dcterms:modified xsi:type="dcterms:W3CDTF">2025-06-26T13:32:20Z</dcterms:modified>
</cp:coreProperties>
</file>