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F9B58-DF33-41A9-B07C-494027F707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C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B7A6E8-2CE5-456A-B480-F3BC7C8F94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C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175210-B186-4C8C-BAD5-DEE3F57F7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86241-1FAD-4D0B-9D01-CCF7A8E436C0}" type="datetimeFigureOut">
              <a:rPr lang="fr-CD" smtClean="0"/>
              <a:t>25/06/2025</a:t>
            </a:fld>
            <a:endParaRPr lang="fr-C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7FAE85-D345-4DF0-BE9D-277C57397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69A82B-CEAF-46D9-8827-4AD57F504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D4785-E2A4-494A-BDB1-2BF20F5AAC0D}" type="slidenum">
              <a:rPr lang="fr-CD" smtClean="0"/>
              <a:t>‹#›</a:t>
            </a:fld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3889042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0630E-6858-412B-9824-5CC98A390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7919B-F5FD-477A-BE5D-D0231B308F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5357CA-EE55-4E7D-A313-E6921EDB7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86241-1FAD-4D0B-9D01-CCF7A8E436C0}" type="datetimeFigureOut">
              <a:rPr lang="fr-CD" smtClean="0"/>
              <a:t>25/06/2025</a:t>
            </a:fld>
            <a:endParaRPr lang="fr-C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BE0DC8-D90E-4861-8FD5-D512C67EC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A81F73-7D2D-4003-9B81-2D7FFC4F5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D4785-E2A4-494A-BDB1-2BF20F5AAC0D}" type="slidenum">
              <a:rPr lang="fr-CD" smtClean="0"/>
              <a:t>‹#›</a:t>
            </a:fld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339607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01C55-9DD0-4844-8058-4EE0586DA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C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28CF58-BEEA-41BC-B038-FD3181AA47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73CAA1-6B28-4F72-9470-16108AD4F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86241-1FAD-4D0B-9D01-CCF7A8E436C0}" type="datetimeFigureOut">
              <a:rPr lang="fr-CD" smtClean="0"/>
              <a:t>25/06/2025</a:t>
            </a:fld>
            <a:endParaRPr lang="fr-C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FE8BCD-3923-4CE7-B7E6-CA3A58346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F76242-310B-4107-8AA1-787D56607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D4785-E2A4-494A-BDB1-2BF20F5AAC0D}" type="slidenum">
              <a:rPr lang="fr-CD" smtClean="0"/>
              <a:t>‹#›</a:t>
            </a:fld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1539074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CA740-E25C-4791-B434-70B4D7263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767E71-22AE-4601-A1AA-106005CE2D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49C6BA-AF86-4115-8152-14D547BD2D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8412E3-45B3-4922-97ED-DA7280B14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86241-1FAD-4D0B-9D01-CCF7A8E436C0}" type="datetimeFigureOut">
              <a:rPr lang="fr-CD" smtClean="0"/>
              <a:t>25/06/2025</a:t>
            </a:fld>
            <a:endParaRPr lang="fr-C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FBDDDC-73D7-43E5-81B8-2B8A696FF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5452E4-3E61-444C-8DD8-F7FC3AF54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D4785-E2A4-494A-BDB1-2BF20F5AAC0D}" type="slidenum">
              <a:rPr lang="fr-CD" smtClean="0"/>
              <a:t>‹#›</a:t>
            </a:fld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1341950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90B76-0323-4553-898B-E65C9A856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C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338F8F-A6D3-4C00-9BD3-87A34D4797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E0DC41-07CD-4FFE-BAE2-2EDFEDC09C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48B2F3-3E56-4683-8F8B-1990CCE743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CD4A1F-6A9A-4A74-8B7E-E3C793C4F9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715FB5-3B15-476D-8612-957A38628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86241-1FAD-4D0B-9D01-CCF7A8E436C0}" type="datetimeFigureOut">
              <a:rPr lang="fr-CD" smtClean="0"/>
              <a:t>25/06/2025</a:t>
            </a:fld>
            <a:endParaRPr lang="fr-C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9AEB37-5E4F-40F2-8E6A-0C523FA44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5D9E0C-3913-4B4B-892F-5429DACBB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D4785-E2A4-494A-BDB1-2BF20F5AAC0D}" type="slidenum">
              <a:rPr lang="fr-CD" smtClean="0"/>
              <a:t>‹#›</a:t>
            </a:fld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588066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2FD54-6F0A-437B-95CD-E41FC3D43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FA8622-FADF-427B-8DF8-ADB4F7F07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86241-1FAD-4D0B-9D01-CCF7A8E436C0}" type="datetimeFigureOut">
              <a:rPr lang="fr-CD" smtClean="0"/>
              <a:t>25/06/2025</a:t>
            </a:fld>
            <a:endParaRPr lang="fr-C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DCEADF-3EA2-4123-ABCE-7EC154D05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11F556-AF1B-4EFC-B8C9-5D2E20427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D4785-E2A4-494A-BDB1-2BF20F5AAC0D}" type="slidenum">
              <a:rPr lang="fr-CD" smtClean="0"/>
              <a:t>‹#›</a:t>
            </a:fld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24633155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64DB10-FF70-4183-8DFE-4D3B8477E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86241-1FAD-4D0B-9D01-CCF7A8E436C0}" type="datetimeFigureOut">
              <a:rPr lang="fr-CD" smtClean="0"/>
              <a:t>25/06/2025</a:t>
            </a:fld>
            <a:endParaRPr lang="fr-C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F1438B-21C6-43D6-9A0B-6FFF9253D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286483-4DC2-4E43-9CC6-BA58227A7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D4785-E2A4-494A-BDB1-2BF20F5AAC0D}" type="slidenum">
              <a:rPr lang="fr-CD" smtClean="0"/>
              <a:t>‹#›</a:t>
            </a:fld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16131536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2B813-FAA3-4F43-9F60-5485C53CE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C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A0F76-A0B6-48D6-A944-DC24B40873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8922C2-4E4B-4443-89F8-3AADB0845B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2A3361-95E1-4597-972A-1FC4C6639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86241-1FAD-4D0B-9D01-CCF7A8E436C0}" type="datetimeFigureOut">
              <a:rPr lang="fr-CD" smtClean="0"/>
              <a:t>25/06/2025</a:t>
            </a:fld>
            <a:endParaRPr lang="fr-C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6DCD14-7B6B-4C8B-9BE3-A9F09E47F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0F45DB-AD3F-4841-BABC-7C583C795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D4785-E2A4-494A-BDB1-2BF20F5AAC0D}" type="slidenum">
              <a:rPr lang="fr-CD" smtClean="0"/>
              <a:t>‹#›</a:t>
            </a:fld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2517217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8ECE6-B57B-4BF3-922C-004A55A96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C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709563-360B-4DED-BB38-C8FA7F1CFB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2B57AE-E34B-41C7-A8FE-E089BF6F02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A91DED-5AD2-4A86-A055-A4E4321C1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86241-1FAD-4D0B-9D01-CCF7A8E436C0}" type="datetimeFigureOut">
              <a:rPr lang="fr-CD" smtClean="0"/>
              <a:t>25/06/2025</a:t>
            </a:fld>
            <a:endParaRPr lang="fr-C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25C97C-C6E2-49FD-B47F-BA0EFE50D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B7AB97-386D-4FEC-8022-D8D2AA9E3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D4785-E2A4-494A-BDB1-2BF20F5AAC0D}" type="slidenum">
              <a:rPr lang="fr-CD" smtClean="0"/>
              <a:t>‹#›</a:t>
            </a:fld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1499380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BA4D3-3700-417D-9A73-2F3B84AC5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8EFF90-D172-49E9-BD16-9AF74F1DCE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D6D065-C30F-468D-950B-1CDAD776D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86241-1FAD-4D0B-9D01-CCF7A8E436C0}" type="datetimeFigureOut">
              <a:rPr lang="fr-CD" smtClean="0"/>
              <a:t>25/06/2025</a:t>
            </a:fld>
            <a:endParaRPr lang="fr-C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D81635-5765-4D1F-BF50-A4DA2F019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8C029F-87E1-47ED-8D4C-1B1E050B5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D4785-E2A4-494A-BDB1-2BF20F5AAC0D}" type="slidenum">
              <a:rPr lang="fr-CD" smtClean="0"/>
              <a:t>‹#›</a:t>
            </a:fld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1910300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A6E6B5-1A0B-4D4E-8FDD-1192ACAC02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C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477726-FCD6-454E-99FF-60C92D58DD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D1185C-F742-4EDF-BBE9-87B1A4793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86241-1FAD-4D0B-9D01-CCF7A8E436C0}" type="datetimeFigureOut">
              <a:rPr lang="fr-CD" smtClean="0"/>
              <a:t>25/06/2025</a:t>
            </a:fld>
            <a:endParaRPr lang="fr-C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AA6298-E7DD-4419-8FA1-0D69989E3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AD1723-9ECD-40EF-AB87-C2EF5A27E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D4785-E2A4-494A-BDB1-2BF20F5AAC0D}" type="slidenum">
              <a:rPr lang="fr-CD" smtClean="0"/>
              <a:t>‹#›</a:t>
            </a:fld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1538840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36B051-0D16-4023-A5DD-6D4201936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C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F6437E-7B8C-4F5C-8EA3-65CAAE9C51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BBE444-3F88-4C9F-BE01-92F1424C0E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C86241-1FAD-4D0B-9D01-CCF7A8E436C0}" type="datetimeFigureOut">
              <a:rPr lang="fr-CD" smtClean="0"/>
              <a:t>25/06/2025</a:t>
            </a:fld>
            <a:endParaRPr lang="fr-C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8EFA75-B1D7-4028-A518-963B042776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F8EF62-CF1C-4E0D-90A3-D8E300E114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BD4785-E2A4-494A-BDB1-2BF20F5AAC0D}" type="slidenum">
              <a:rPr lang="fr-CD" smtClean="0"/>
              <a:t>‹#›</a:t>
            </a:fld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2998764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FE00B-6A96-4309-829F-7D3B057997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C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638352-E729-44A2-9C91-D4FC5BE797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19374917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1</cp:revision>
  <dcterms:created xsi:type="dcterms:W3CDTF">2025-06-16T12:09:38Z</dcterms:created>
  <dcterms:modified xsi:type="dcterms:W3CDTF">2025-06-25T07:56:17Z</dcterms:modified>
</cp:coreProperties>
</file>