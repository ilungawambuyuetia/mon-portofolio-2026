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4033-6350-4ED0-B3EF-B9408FEB8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99F9-6D18-444F-BCAD-11C187F38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ABF5-9E74-49F4-8693-06073C6E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649C5-79D3-428F-9E01-CD80E8E1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22E19-141B-46AB-AE80-08FF4B0B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8901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166C-866B-41D4-AB14-24CB2337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58EE1-5ACB-40A2-AE40-FE773EC3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3A500-8874-4746-A5C4-E86B2811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550FA-E6D1-4E32-A650-D26CB0A9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18387-1499-4D7B-A3B8-6468E6B6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89979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51EA-E717-4BC6-A535-70625404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8D9E2-F6EF-480B-B122-AB1C44EC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AA73-7F7D-49AA-9D94-7556A543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DC499-ED55-4FB9-A72B-EE948BE2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D2EC3-B4ED-4E70-B9DD-4CBED84A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27275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49C0-7BCA-495B-AFD8-50F79936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3282-6053-47FC-A2FC-848638E0B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DDEF9-237E-448B-9498-B331B8F70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36E38-DE23-4FAC-B080-9FA19A49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1A0EA-5BE5-4EF6-B055-2278E21E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126BB-7266-454C-A81A-4B68E314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79426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599C-BE5B-4B25-8B79-14F6B056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40E17-1965-4BE5-9A0D-78695118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BB7A6-89CD-4B79-AEBF-ADB33C315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F4C87-78B6-4A43-97F2-107F8A6AD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4DA20-B38C-4ED1-B4E8-B31C72FE3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96C96-3DB7-42C4-BD63-C06B3C5B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22721-B580-4674-B299-F364065F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82FC2-E110-4B04-81DC-E9FE96AA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550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5613-DCA2-4E17-822A-D2D2C096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AF53E-134B-4A27-AF64-B8281B3E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F0CED-42D9-4F85-9400-4C7F8C15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1B1E1-B97F-4612-A360-8ACC13D3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80134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2D1EF-5BCB-4A88-A0FC-88B8773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D6082-29C9-4C6C-98E8-69CEA4EA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53BCB-E506-4D63-82E8-8EC531CB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03896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E01F-85AA-4A1F-AD84-D1D11A33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CDA4-4720-4345-8F40-DEA7381F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D426C-8D79-4E51-9668-5C2FABCC0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DF5B-F5B5-4180-9CD1-2F625930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2AC8-BD6B-40B2-82F7-91428977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0C46F-5DFD-47E9-A4B6-FD325848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7666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45A-2E8D-46F1-AA4F-92B9B39E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F8FB0-ED23-41EA-B617-6B29BCBD2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5D08F-29E1-495A-A35D-10A5AEB43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0B1E6-5E6A-44BA-8D42-08E48E9D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2F9C1-F2F1-461F-80A1-2B8B9E52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D157-AF5D-459D-9049-EF00E3FF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25660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34D8-112B-4FA2-A6BD-9EE2C201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F0DCF-611E-4528-AF4E-F2E06764E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673-4FD6-4C90-9438-C5BF9DCC9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05406-88E1-450D-B3C7-E3170F04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91AE-BBB0-41C6-B35E-FBAC97C1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08660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B1C44-1515-4BAE-BBEE-60E542A6E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F5A5D-8304-4B95-8B10-001F2D29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0D6EA-1454-4715-851D-5E2EFDAA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37DEF-B8F9-4DC9-AE7E-27886385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04F4D-7AC0-4799-B66C-944CF0A4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6987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0FAA8-8F1C-423C-8EFB-4153CD1A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A93E1-3285-4DA6-88F5-70CD25F83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84FC-D3A6-4273-86A5-E7B76566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760DB-8F3F-4E4A-8E7D-E2D70AAC775F}" type="datetimeFigureOut">
              <a:rPr lang="fr-CD" smtClean="0"/>
              <a:t>09/06/2025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0D26-8334-4E79-8BC8-66C31301A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A78B4-845C-49C0-A9CD-4A7EDD717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A5A03-E21D-424C-867D-BEFCE4E0C5AC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9891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9BA5-8499-4F79-AA74-936AF5D7C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/>
          <a:lstStyle/>
          <a:p>
            <a:r>
              <a:rPr lang="fr-CD" dirty="0"/>
              <a:t>TP BUREAUTIQUE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01144-619D-4945-B603-5BC7203FB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D" dirty="0"/>
              <a:t>RACCOURCIR CLAVIER</a:t>
            </a:r>
          </a:p>
        </p:txBody>
      </p:sp>
    </p:spTree>
    <p:extLst>
      <p:ext uri="{BB962C8B-B14F-4D97-AF65-F5344CB8AC3E}">
        <p14:creationId xmlns:p14="http://schemas.microsoft.com/office/powerpoint/2010/main" val="201945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TP BUREAUTIQUE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BUREAUTIQUE </dc:title>
  <dc:creator>USER</dc:creator>
  <cp:lastModifiedBy>USER</cp:lastModifiedBy>
  <cp:revision>1</cp:revision>
  <dcterms:created xsi:type="dcterms:W3CDTF">2025-06-09T19:17:11Z</dcterms:created>
  <dcterms:modified xsi:type="dcterms:W3CDTF">2025-06-09T19:26:52Z</dcterms:modified>
</cp:coreProperties>
</file>