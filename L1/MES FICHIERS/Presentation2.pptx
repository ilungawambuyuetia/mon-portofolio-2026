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DE35-5154-41BA-AE0C-ADA31CF78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5D2B1-4515-4972-97C0-730E65A7B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A1490-1F75-456B-8CDC-FBCB9922A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42956-B6B4-4185-9BD9-04978DDDD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3C05-A38C-47EF-9470-75AD5052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55839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A05F-E19E-469D-8308-4CA93C9B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04FCB-846D-43E0-8AD1-30F42518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710B9-1B85-48A5-B228-C637970C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5F296-4C0A-425F-99D4-54AC5CCB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48782-3094-43B6-8517-5E1CFCAA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36068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C0AE-A382-48C3-A800-849CE772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48FC2-3A4D-408E-A6C8-72BE33368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1B4DA-6112-4968-B5FB-0C7D9E79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F818A-BF0B-4925-BA9B-4EE0C5464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44751-4561-4EBB-8203-28059CC4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79754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FAFC-90DA-4D13-8A6C-F6838A36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783A7-B855-4D97-9777-EC68AB52E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0A1EB-B28E-4AC0-99D1-79BD6664E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5914-F59A-4460-9406-C7DE7CBE2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E36B9-9405-4A77-8E53-09AEF0154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E6E7B-65E3-4C66-9475-D1C9A9A9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045174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4FFB-226B-4D28-9791-8C629096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CA13A-502B-4570-830A-BEE5F2B0A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A3A7B-9C18-40C1-839D-DBE7395BF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BF4D1F-89BD-4E5C-8EA1-2B80FAB52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993AA-C177-41E5-9480-9B9204CA6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919D6A-C81E-4D64-ABDA-20D6CAC48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74554-417C-40E3-8801-F53B54486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77FCA-CD4A-4E4A-BB18-420C37290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56198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2923-3864-4CEA-8BDE-2462D49A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EEDE1-3B42-4F46-845D-048C4B0F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9C78C-07E8-4EA1-A103-145D088E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C16E-7E3B-4CEE-B19C-1AB815AC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99833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54C66-C4DE-4F35-8317-B6AECEC6D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8566A0-4955-4099-863D-52D81F37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6BB79-5A91-477B-AFB5-153267460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40255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68AFE-0A95-410B-88E4-C4111493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BFC6C-124D-4058-A5B5-A59958B84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94AB4-8BB7-4673-8F9A-76227200E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A1864-DF51-4978-8BC5-24E808D62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D62F9-DC15-4886-8844-AC49A557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7AE0B-9CA6-468C-B4A7-550493E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81942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36CC-8E19-4BFF-A4B6-E80A0F0A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E2FC7-DC90-4626-96DA-67BF8B50D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1D669-D1CC-4410-850E-462828CB2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98FDA-3A8B-4F4F-BEFF-FA028FF1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CC175-38B8-452D-B8FD-B5734761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67738-C01A-4981-A11E-3BF22116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30448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C48D-C342-4C1F-82F3-5DA6BE71F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5A57E-2B8F-471D-BE6E-1E71A9E09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7FE0D-0FAE-4E7B-A079-EAB0DD9EE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745B5-E27A-46B4-AC2F-CB2931B2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C9821-BF47-40D2-ACDD-3F327164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86337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08A72-6D52-46D1-AA7E-0B59B5DDD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A7D1E-9032-4FED-89FE-7350A4669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38C82-0F35-484D-832E-0E8625D9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42926-BCB0-4890-B8EE-54351EBB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EAB24-9156-4512-A6A2-6CD91D83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29978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476A6-EA30-4CA7-96D1-C40E719C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1A078-4FC9-4669-AD0D-79B7A2252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58202-6306-43DF-89DC-433D4B66E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A4120-3EE8-4EAE-AEE2-8C7F00CCD661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53CC4-0886-4168-A26B-04987A114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0ED06-BF31-4E51-92B5-3AE57B1CA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DFB99-885D-4E63-9C9A-22307D463A36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756585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085E-7E35-4C9F-BC81-8494B66998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9BB65-0221-4AD4-A38A-0195A7DBE7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13643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2025-06-26T12:00:38Z</dcterms:created>
  <dcterms:modified xsi:type="dcterms:W3CDTF">2025-06-26T12:01:02Z</dcterms:modified>
</cp:coreProperties>
</file>